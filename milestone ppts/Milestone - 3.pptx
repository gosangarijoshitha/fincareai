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84" roundtripDataSignature="AMtx7mjF936KMVWpJOIRYSDcycPxazxs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customschemas.google.com/relationships/presentationmetadata" Target="metadata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8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8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8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8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8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8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8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8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8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8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8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8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8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9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6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9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8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br>
              <a:rPr lang="en-US"/>
            </a:b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1371600"/>
            <a:ext cx="64008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1" lang="en-US" sz="3600">
                <a:solidFill>
                  <a:schemeClr val="dk1"/>
                </a:solidFill>
              </a:rPr>
              <a:t>SupportPilot – AI Ticket Resolution Agent – Milestone - 3</a:t>
            </a:r>
            <a:endParaRPr b="1" sz="3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idx="1" type="body"/>
          </p:nvPr>
        </p:nvSpPr>
        <p:spPr>
          <a:xfrm>
            <a:off x="457200" y="609600"/>
            <a:ext cx="8229600" cy="551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3. AI Resolution Generator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• Generate contextual troubleshooting recommendations.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• Provide step-by-step resolution workflows.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• Draft automated responses for end users.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4. Multi-Agent Resolution Framework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• Utilize specialized agents for diagnosis, retrieval, and response generation.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• Coordinate multiple agents for complex support scenarios.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• Automate resolution validation and confidence scoring.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457200" y="7850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600"/>
              <a:t>Milestone 3 (Weeks 5–6) – Multi-Agent Workflows &amp; Integrations 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457200" y="2491576"/>
            <a:ext cx="82296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• Develop multi-agent architecture for issue resolution.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• Integrate Jira for ticket management.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• Implement email automation for support communications.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600"/>
              <a:t>Milestone 3: Multi-Agent Workflows &amp; Integrations — Python Implementation</a:t>
            </a:r>
            <a:endParaRPr/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SupportPilot AI Ticket Resolution Agent</a:t>
            </a:r>
            <a:r>
              <a:rPr lang="en-US"/>
              <a:t> where several specialized AI agents collaborate to diagnose, retrieve knowledge, generate a resolution, validate confidence, and escalate difficult tickets. 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It also integrates with </a:t>
            </a:r>
            <a:r>
              <a:rPr b="1" lang="en-US"/>
              <a:t>Jira</a:t>
            </a:r>
            <a:r>
              <a:rPr lang="en-US"/>
              <a:t> and </a:t>
            </a:r>
            <a:r>
              <a:rPr b="1" lang="en-US"/>
              <a:t>email automation</a:t>
            </a:r>
            <a:r>
              <a:rPr lang="en-US"/>
              <a:t>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1" lang="en-US" sz="3600"/>
            </a:br>
            <a:r>
              <a:rPr b="1" lang="en-US" sz="3600"/>
              <a:t>Milestone 3 – Overall Objective</a:t>
            </a:r>
            <a:br>
              <a:rPr lang="en-US"/>
            </a:br>
            <a:endParaRPr/>
          </a:p>
        </p:txBody>
      </p:sp>
      <p:pic>
        <p:nvPicPr>
          <p:cNvPr descr="C:\Users\EXAM\Downloads\ChatGPT Image Sep 8, 2026, 10_38_48 AM.png" id="108" name="Google Shape;108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914400"/>
            <a:ext cx="5257799" cy="5211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32655" l="12287" r="13634" t="21887"/>
          <a:stretch/>
        </p:blipFill>
        <p:spPr>
          <a:xfrm>
            <a:off x="533400" y="381000"/>
            <a:ext cx="8297333" cy="53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2. Technologies Used</a:t>
            </a:r>
            <a:endParaRPr/>
          </a:p>
        </p:txBody>
      </p:sp>
      <p:pic>
        <p:nvPicPr>
          <p:cNvPr id="119" name="Google Shape;119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600200"/>
            <a:ext cx="6324599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600"/>
              <a:t>3. Project Structure</a:t>
            </a:r>
            <a:br>
              <a:rPr b="1" lang="en-US" sz="3600"/>
            </a:br>
            <a:r>
              <a:rPr lang="en-US" sz="3600"/>
              <a:t>Create the following project:</a:t>
            </a:r>
            <a:endParaRPr/>
          </a:p>
        </p:txBody>
      </p:sp>
      <p:pic>
        <p:nvPicPr>
          <p:cNvPr id="125" name="Google Shape;125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447800"/>
            <a:ext cx="4086498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4. Install Required Libraries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Create requirements.txt: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Flask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requests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python-dotenv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scikit-learn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Install: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pip install -r requirements.txt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/>
          <p:nvPr>
            <p:ph idx="1" type="body"/>
          </p:nvPr>
        </p:nvSpPr>
        <p:spPr>
          <a:xfrm>
            <a:off x="457200" y="152400"/>
            <a:ext cx="82296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4800"/>
              <a:t>5. Knowledge Base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Create: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	knowledge_base/knowledge.json</a:t>
            </a:r>
            <a:endParaRPr sz="4800"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with: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[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{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"id": 1,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"title": "VPN Connection Troubleshooting",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"content": "Check internet connectivity. Restart the VPN client. Verify username and password. Clear VPN cache. Restart the computer. If the VPN still fails, check firewall and network configuration."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},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{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"id": 2,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"title": "Password Reset",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"content": "Open the company password portal. Select Forgot Password. Verify employee identity. Enter a new password. Confirm the password and login again."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},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{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"id": 3,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"title": "Email Not Working",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"content": "Check internet connectivity. Verify mailbox storage. Restart Outlook. Remove and re-add the email account. Check SMTP and IMAP settings."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},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{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"id": 4,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"title": "Printer Not Printing",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"content": "Check printer power and network connection. Verify printer status. Clear the print queue. Restart the print spooler. Reinstall the printer driver if required."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},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{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"id": 5,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"title": "Slow Computer",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"content": "Restart the computer. Check CPU and memory usage. Close unnecessary applications. Remove temporary files. Check available disk space. Run antivirus scanning."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}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]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This acts as the </a:t>
            </a:r>
            <a:r>
              <a:rPr b="1" lang="en-US" sz="4800"/>
              <a:t>Retrieval Agent's knowledge repository</a:t>
            </a:r>
            <a:r>
              <a:rPr lang="en-US" sz="4800"/>
              <a:t>.</a:t>
            </a:r>
            <a:endParaRPr sz="4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/>
          <p:nvPr>
            <p:ph idx="1" type="body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6. Multi-Agent Implementation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Create agents.py.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import json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import re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sklearn.feature_extraction.text import TfidfVectorizer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sklearn.metrics.pairwise import cosine_similarity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KNOWLEDGE BASE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with open("knowledge_base/knowledge.json", "r", encoding="utf-8") as file: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KNOWLEDGE_BASE = json.load(file)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/>
          <p:nvPr>
            <p:ph idx="1" type="body"/>
          </p:nvPr>
        </p:nvSpPr>
        <p:spPr>
          <a:xfrm>
            <a:off x="457200" y="381000"/>
            <a:ext cx="82296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# 1. DIAGNOSIS AGENT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class DiagnosisAgent: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def analyze(self, ticket):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text = ticket.lower()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if any(word in text for word in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["vpn", "network", "internet", "connection"]):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category = "Network / VPN"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elif any(word in text for word in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["password", "login", "authentication"]):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category = "Authentication"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elif any(word in text for word in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["email", "outlook", "mailbox"]):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category = "Email"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2667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"/>
          <p:cNvSpPr txBox="1"/>
          <p:nvPr>
            <p:ph idx="1" type="body"/>
          </p:nvPr>
        </p:nvSpPr>
        <p:spPr>
          <a:xfrm>
            <a:off x="457200" y="762000"/>
            <a:ext cx="82296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elif any(word in text for word in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["printer", "printing", "print"]):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category = "Printer"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elif any(word in text for word in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["slow", "performance", "cpu", "memory"]):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category = "Performance"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else: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category = "General IT Issue"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{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"category": category,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"diagnosis": f"Ticket classified as {category}",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"confidence": 0.80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 txBox="1"/>
          <p:nvPr>
            <p:ph idx="1" type="body"/>
          </p:nvPr>
        </p:nvSpPr>
        <p:spPr>
          <a:xfrm>
            <a:off x="457200" y="381000"/>
            <a:ext cx="82296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# 2. RETRIEVAL AGENT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 class RetrievalAgent: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def __init__(self):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self.documents = [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    item["title"] + " " + item["content"]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    for item in KNOWLEDGE_BASE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]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self.vectorizer = TfidfVectorizer(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    stop_words="english"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)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         self.matrix = self.vectorizer.fit_transform(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    self.documents</a:t>
            </a:r>
            <a:endParaRPr sz="4800"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)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def search(self, query):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query_vector = self.vectorizer.transform([query])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scores = cosine_similarity(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    query_vector,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    self.matrix</a:t>
            </a:r>
            <a:endParaRPr sz="4800"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)[0]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best_index = scores.argmax()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return {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    "article": KNOWLEDGE_BASE[best_index],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    "similarity": float(scores[best_index])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}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 txBox="1"/>
          <p:nvPr>
            <p:ph idx="1" type="body"/>
          </p:nvPr>
        </p:nvSpPr>
        <p:spPr>
          <a:xfrm>
            <a:off x="457200" y="762000"/>
            <a:ext cx="8229600" cy="5364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3. RESOLUTION AGENT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ResolutionAgent: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def generate(self, diagnosis, article):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category = diagnosis["category"]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if category == "Network / VPN":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steps = [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"Check internet connectivity.",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"Restart the VPN client.",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"Verify username and password.",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"Clear the VPN cache.",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"Restart the computer.",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"Check firewall and network configuration."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]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/>
          <p:nvPr>
            <p:ph idx="1" type="body"/>
          </p:nvPr>
        </p:nvSpPr>
        <p:spPr>
          <a:xfrm>
            <a:off x="457200" y="533400"/>
            <a:ext cx="8229600" cy="559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elif category == "Authentication":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steps = [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"Open the company password portal.",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"Select 'Forgot Password'.",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"Verify employee identity.",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"Create a new password.",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"Confirm the new password.",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"Login again."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]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elif category == "Email":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steps = [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"Check internet connectivity.",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"Verify mailbox storage.",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"Restart Outlook.",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"Remove and re-add the email account.",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"Verify email server settings."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]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idx="1" type="body"/>
          </p:nvPr>
        </p:nvSpPr>
        <p:spPr>
          <a:xfrm>
            <a:off x="457200" y="381000"/>
            <a:ext cx="82296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else: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# Convert knowledge article into basic steps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sentences = re.split(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r"\. ",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article["content"]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)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steps = [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sentence.strip()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for sentence in sentences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if sentence.strip()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]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response = (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f"We identified the issue as {category}. 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"Please follow these troubleshooting steps:"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)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return {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"response": response,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"steps": steps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}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/>
          <p:nvPr>
            <p:ph idx="1" type="body"/>
          </p:nvPr>
        </p:nvSpPr>
        <p:spPr>
          <a:xfrm>
            <a:off x="457200" y="609600"/>
            <a:ext cx="82296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4. VALIDATION AGENT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ValidationAgent: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def validate(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diagnosis_confidence,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retrieval_similarity,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number_of_steps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):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Weighted confidence calculation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confidence = (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diagnosis_confidence * 0.40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+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retrieval_similarity * 0.40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+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min(number_of_steps / 6, 1) * 0.20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confidence = round(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confidence * 100,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2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if confidence &gt;= 70: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status = "AUTO_RESOLVE"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else: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status = "ESCALATE"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{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"confidence": confidence,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"status": status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>
            <p:ph idx="1" type="body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#=========================================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5. ESCALATION AGENT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#=========================================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EscalationAgent: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def should_escalate(self, validation):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validation["status"] == "ESCALATE"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idx="1" type="body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MULTI-AGENT ORCHESTRATOR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SupportPilot: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def __init__(self):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self.diagnosis_agent = DiagnosisAgent()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self.retrieval_agent = RetrievalAgent()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self.resolution_agent = ResolutionAgent()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self.validation_agent = ValidationAgent()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self.escalation_agent = EscalationAgent()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def process_ticket(self, ticket):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>
            <p:ph idx="1" type="body"/>
          </p:nvPr>
        </p:nvSpPr>
        <p:spPr>
          <a:xfrm>
            <a:off x="457200" y="990600"/>
            <a:ext cx="8229600" cy="513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# ---------------------------------------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STEP 1: DIAGNOSIS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---------------------------------------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diagnosis = self.diagnosis_agent.analyze(ticket)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---------------------------------------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STEP 2: KNOWLEDGE RETRIEVAL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---------------------------------------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retrieval = self.retrieval_agent.search(ticket)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idx="1" type="body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# ---------------------------------------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STEP 3: RESOLUTION GENERATION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---------------------------------------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resolution = self.resolution_agent.generate(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diagnosis,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retrieval["article"]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---------------------------------------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STEP 4: VALIDATION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---------------------------------------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validation = self.validation_agent.validate(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diagnosis["confidence"],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retrieval["similarity"],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len(resolution["steps"])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# ---------------------------------------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STEP 5: ESCALATION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---------------------------------------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escalation = self.escalation_agent.should_escalate(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validation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{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"diagnosis": diagnosis,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"retrieval": retrieval,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"resolution": resolution,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"validation": validation,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"escalation": escalation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idx="1" type="body"/>
          </p:nvPr>
        </p:nvSpPr>
        <p:spPr>
          <a:xfrm>
            <a:off x="457200" y="990600"/>
            <a:ext cx="8229600" cy="513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7. How the Multi-Agent System Works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important point is that this is </a:t>
            </a:r>
            <a:r>
              <a:rPr b="1" lang="en-US"/>
              <a:t>not one large AI function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There are independent agents.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Agent 1 – Diagnosis Agent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Input: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My VPN is not connecting to the company network.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Output: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Category: Network / VPN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Confidence: 80%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/>
          <p:nvPr>
            <p:ph idx="1" type="body"/>
          </p:nvPr>
        </p:nvSpPr>
        <p:spPr>
          <a:xfrm>
            <a:off x="457200" y="762000"/>
            <a:ext cx="8229600" cy="5364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Agent 2 – Retrieval Agent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Retrieval Agent searches the knowledge base.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It uses: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TF-IDF + Cosine Similarity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For example: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User ticket: VPN is not connecting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may retrieve: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VPN Connection Troubleshooting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with: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Similarity = 0.82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457200" y="533400"/>
            <a:ext cx="8229600" cy="559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Agent 3 – Resolution Agent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Resolution Agent combines: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Diagnosis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	+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Retrieved Knowledge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and creates: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1. Check internet connectivity.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2. Restart VPN client.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3. Verify username and password.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4. Clear VPN cache.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5. Restart computer.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6. Check firewall configuration.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>
            <p:ph idx="1" type="body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Agent 4 – Validation Agent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validation agent calculates: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Diagnosis Confidence = 80%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Retrieval Similarity = 82%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Resolution Completeness = 100%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and generates: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Resolution Confidence = 84.8%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Therefore: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84.8 &gt;= 70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Result: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AUTO_RESOLVE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If confidence is low: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Confidence = 45%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then: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ESCALATE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>
            <p:ph idx="1" type="body"/>
          </p:nvPr>
        </p:nvSpPr>
        <p:spPr>
          <a:xfrm>
            <a:off x="457200" y="381000"/>
            <a:ext cx="8229600" cy="5745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8. Jira Integration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Create: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jira_service.py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import os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import requests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requests.auth import HTTPBasicAuth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JiraService: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def __init__(self):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self.url = os.getenv("JIRA_URL")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self.email = os.getenv("JIRA_EMAIL")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self.api_token = os.getenv("JIRA_API_TOKEN")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self.project_key = os.getenv("JIRA_PROJECT_KEY")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def create_ticket(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summary,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description,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priority="High"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idx="1" type="body"/>
          </p:nvPr>
        </p:nvSpPr>
        <p:spPr>
          <a:xfrm>
            <a:off x="457200" y="609600"/>
            <a:ext cx="82296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if not all([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self.url,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self.email,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self.api_token,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self.project_key</a:t>
            </a:r>
            <a:endParaRPr sz="1400"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]):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return {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"success": False,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"message": "Jira configuration not available"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}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endpoint = (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f"{self.url}/rest/api/3/issue"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)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payload = {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"fields": {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"project": {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"key": self.project_key</a:t>
            </a:r>
            <a:endParaRPr sz="1400"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},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"summary": summary,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 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idx="1" type="body"/>
          </p:nvPr>
        </p:nvSpPr>
        <p:spPr>
          <a:xfrm>
            <a:off x="457200" y="152400"/>
            <a:ext cx="8229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"description": {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"type": "doc",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"version": 1,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"content": [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    {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        "type": "paragraph",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        "content": [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            {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                "text": description,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                "type": "text"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            }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        ]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    }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]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},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"issuetype": {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"name": "Task"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},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"priority": {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"name": priority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}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}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}</a:t>
            </a:r>
            <a:endParaRPr sz="1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 txBox="1"/>
          <p:nvPr>
            <p:ph idx="1" type="body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response = requests.post(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endpoint,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json=payload,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auth=HTTPBasicAuth(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self.email,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self.api_token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),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headers={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"Accept": "application/json",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"Content-Type": "application/json"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},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timeout=20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/>
          <p:nvPr>
            <p:ph idx="1" type="body"/>
          </p:nvPr>
        </p:nvSpPr>
        <p:spPr>
          <a:xfrm>
            <a:off x="457200" y="685800"/>
            <a:ext cx="8229600" cy="544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if response.status_code in [200, 201]: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data = response.json()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return {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"success": True,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"ticket_id": data.get("key"),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"message": "Jira ticket created successfully"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}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{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"success": False,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"message": response.text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idx="1" type="body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9. Jira Integration Explanation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When the AI cannot confidently resolve a ticket: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Confidence &lt; 70%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│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▼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Escalation Agent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│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▼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Jira Service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│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▼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Jira REST API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│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▼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Create Jira Issue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Example: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Ticket ID: IT-2023-4521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Summary: VPN connection problem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Priority: High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Status: In Progress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Assignee: Network Team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This corresponds to the </a:t>
            </a:r>
            <a:r>
              <a:rPr b="1" lang="en-US"/>
              <a:t>Jira Ticket Created</a:t>
            </a:r>
            <a:r>
              <a:rPr lang="en-US"/>
              <a:t> panel in your screenshot.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 txBox="1"/>
          <p:nvPr>
            <p:ph idx="1" type="body"/>
          </p:nvPr>
        </p:nvSpPr>
        <p:spPr>
          <a:xfrm>
            <a:off x="457200" y="228600"/>
            <a:ext cx="82296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10. Email Automation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Create: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email_service.py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import os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import smtplib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email.mime.text import MIMEText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email.mime.multipart import MIMEMultipart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EmailService: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def __init__(self):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self.smtp_server = os.getenv(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"SMTP_SERVER",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"smtp.gmail.com"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self.smtp_port = int(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os.getenv(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"SMTP_PORT",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"587"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7"/>
          <p:cNvSpPr txBox="1"/>
          <p:nvPr>
            <p:ph idx="1" type="body"/>
          </p:nvPr>
        </p:nvSpPr>
        <p:spPr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self.email = os.getenv("SMTP_EMAIL")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self.password = os.getenv("SMTP_PASSWORD")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def send_email(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recipient,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subject,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body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if not self.email or not self.password: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return {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"success": False,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"message": "SMTP configuration missing"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}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8"/>
          <p:cNvSpPr txBox="1"/>
          <p:nvPr>
            <p:ph idx="1" type="body"/>
          </p:nvPr>
        </p:nvSpPr>
        <p:spPr>
          <a:xfrm>
            <a:off x="457200" y="381000"/>
            <a:ext cx="82296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message = MIMEMultipart()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message["From"] = self.email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message["To"] = recipient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message["Subject"] = subject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message.attach(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MIMEText(body, "plain")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try: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server = smtplib.SMTP(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self.smtp_server,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self.smtp_port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server.starttls()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server.login(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self.email,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self.password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)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9"/>
          <p:cNvSpPr txBox="1"/>
          <p:nvPr>
            <p:ph idx="1" type="body"/>
          </p:nvPr>
        </p:nvSpPr>
        <p:spPr>
          <a:xfrm>
            <a:off x="457200" y="914400"/>
            <a:ext cx="8229600" cy="544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server.sendmail(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self.email,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recipient,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message.as_string()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server.quit()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return {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"success": True,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"message": "Email sent successfully"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}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except Exception as error: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return {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"success": False,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"message": str(error)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}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 txBox="1"/>
          <p:nvPr>
            <p:ph idx="1" type="body"/>
          </p:nvPr>
        </p:nvSpPr>
        <p:spPr>
          <a:xfrm>
            <a:off x="457200" y="685800"/>
            <a:ext cx="8229600" cy="544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11. Email Automation Workflow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Automatically Resolved Ticket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Ticket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│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▼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AI Diagnosis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│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▼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Knowledge Retrieval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│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▼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Resolution Generation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│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▼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Confidence = 87%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│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▼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Auto Resolution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│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▼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Email User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 txBox="1"/>
          <p:nvPr>
            <p:ph idx="1" type="body"/>
          </p:nvPr>
        </p:nvSpPr>
        <p:spPr>
          <a:xfrm>
            <a:off x="457200" y="457200"/>
            <a:ext cx="8229600" cy="566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Example email: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Subject: Support Ticket Resolved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Hello,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We identified your issue as a VPN connection problem.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Please follow these steps: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1. Check your internet connection.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2. Restart the VPN client.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3. Verify your username and password.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4. Clear the VPN cache.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5. Restart your computer.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6. Check firewall configuration.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Resolution confidence: 87%.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Regards,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SupportPilot AI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This implements the </a:t>
            </a:r>
            <a:r>
              <a:rPr b="1" lang="en-US"/>
              <a:t>Email Notification Sent</a:t>
            </a:r>
            <a:r>
              <a:rPr lang="en-US"/>
              <a:t> section shown in the screenshot.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 txBox="1"/>
          <p:nvPr>
            <p:ph idx="1" type="body"/>
          </p:nvPr>
        </p:nvSpPr>
        <p:spPr>
          <a:xfrm>
            <a:off x="457200" y="304800"/>
            <a:ext cx="8229600" cy="5821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12. Flask Backend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Create: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app.py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flask import (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Flask,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request,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jsonify,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render_template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dotenv import load_dotenv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agents import SupportPilot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jira_service import JiraService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email_service import EmailService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Load .env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load_dotenv()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app = Flask(__name__)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Initialize services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support_pilot = SupportPilot()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jira_service = JiraService()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email_service = EmailService()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 txBox="1"/>
          <p:nvPr>
            <p:ph idx="1" type="body"/>
          </p:nvPr>
        </p:nvSpPr>
        <p:spPr>
          <a:xfrm>
            <a:off x="457200" y="381000"/>
            <a:ext cx="82296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DASHBOARD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@app.route("/")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def dashboard():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return render_template(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"dashboard.html"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PROCESS TICKET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@app.route(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"/api/ticket",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methods=["POST"]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)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def process_ticket():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data = request.get_json()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ticket = data.get(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"ticket",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user_email = data.get(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"email",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if not ticket: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jsonify({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4"/>
          <p:cNvSpPr txBox="1"/>
          <p:nvPr>
            <p:ph idx="1" type="body"/>
          </p:nvPr>
        </p:nvSpPr>
        <p:spPr>
          <a:xfrm>
            <a:off x="457200" y="304800"/>
            <a:ext cx="8229600" cy="5821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"success": False,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"message": "Ticket description required"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}), 400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-----------------------------------------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MULTI-AGENT PROCESSING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-----------------------------------------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result = support_pilot.process_ticket(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ticket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confidence = result[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"validation"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]["confidence"]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status = result[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"validation"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]["status"]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# -----------------------------------------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AUTO RESOLUTION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-----------------------------------------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if status == "AUTO_RESOLVE":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email_result = None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if user_email: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email_body = (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result["resolution"]["response"]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+ "\n\n"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+ "\n".join(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f"{i + 1}. {step}"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for i, step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in enumerate(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    result["resolution"]["steps"]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)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)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+ f"\n\nResolution confidence: 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f"{confidence}%"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)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email_result = email_service.send_email(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user_email,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"Support Ticket Resolution",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email_body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jsonify({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"success": True,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"status": "AUTO_RESOLVE",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"confidence": confidence,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"result": result,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"email": email_result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# -----------------------------------------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ESCALATION TO JIRA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-----------------------------------------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jira_result = jira_service.create_ticket(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summary=result[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"diagnosis"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]["diagnosis"],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description=(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ticket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+ "\n\nAI Diagnosis: 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+ result["diagnosis"]["diagnosis"]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+ "\n\nAI Resolution:\n"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+ "\n".join(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result[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"resolution"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]["steps"]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+ f"\n\nConfidence: {confidence}%"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priority="High"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return jsonify({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"success": True,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"status": "ESCALATE",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"confidence": confidence,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"result": result,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"jira": jira_result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HEALTH CHECK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@app.route("/health")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def health():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return jsonify({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"status": "running",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"service": "SupportPilot AI"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RUN APPLICATION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if __name__ == "__main__":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app.run(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host="0.0.0.0",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port=5000,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debug=True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1"/>
          <p:cNvSpPr txBox="1"/>
          <p:nvPr>
            <p:ph idx="1" type="body"/>
          </p:nvPr>
        </p:nvSpPr>
        <p:spPr>
          <a:xfrm>
            <a:off x="457200" y="152400"/>
            <a:ext cx="8229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13. Dashboard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Create: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templates/dashboard.html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&lt;!DOCTYPE html&gt;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&lt;html lang="en"&gt;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&lt;head&gt;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&lt;meta charset="UTF-8"&gt;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&lt;meta name="viewport"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content="width=device-width, initial-scale=1"&gt;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&lt;title&gt;SupportPilot AI&lt;/title&gt;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&lt;link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href="https://cdn.jsdelivr.net/npm/bootstrap@5.3.3/dist/css/bootstrap.min.css"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rel="stylesheet"&gt;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&lt;style&gt;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body {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background: #f4f6f9;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.sidebar {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min-height: 100vh;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background: white;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padding: 25px;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.agent-card {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border-radius: 15px;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padding: 20px;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background: white;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box-shadow: 0 2px 10px rgba(0,0,0,.08);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.agent-circle {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width: 55px;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height: 55px;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border-radius: 50%;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display: flex;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align-items: center;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justify-content: center;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margin: auto;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font-weight: bold;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.result-box {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background: #f8f9fa;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border-radius: 10px;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padding: 15px;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&lt;/style&gt;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&lt;/head&gt;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&lt;body&gt;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&lt;div class="container-fluid"&gt;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&lt;div class="row"&gt;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&lt;!-- SIDEBAR --&gt;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&lt;div class="col-md-2 sidebar"&gt;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&lt;h4&gt;🟦 SupportPilot&lt;/h4&gt;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&lt;hr&gt;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&lt;p&gt;▦ Dashboard&lt;/p&gt;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&lt;p&gt;🎫 Tickets&lt;/p&gt;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&lt;p&gt;&lt;b&gt;🤖 AI Agent&lt;/b&gt;&lt;/p&gt;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&lt;p&gt;🔗 Integrations&lt;/p&gt;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&lt;p&gt;📊 Analytics&lt;/p&gt;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&lt;p&gt;⚙ Settings&lt;/p&gt;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&lt;/div&gt;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&lt;!-- MAIN --&gt;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&lt;div class="col-md-10 p-4"&gt;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&lt;div class="d-flex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    justify-content-between"&gt;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&lt;div&gt;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&lt;h2&gt;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    Multi-Agent Workflows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    &amp; Integrations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&lt;/h2&gt;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&lt;p class="text-muted"&gt;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    Collaborative AI agents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    and enterprise integrations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&lt;/p&gt;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&lt;/div&gt;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5"/>
          <p:cNvSpPr txBox="1"/>
          <p:nvPr>
            <p:ph idx="1" type="body"/>
          </p:nvPr>
        </p:nvSpPr>
        <p:spPr>
          <a:xfrm>
            <a:off x="457200" y="228600"/>
            <a:ext cx="8229600" cy="5897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&lt;span class="badge bg-warning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     text-dark p-3"&gt;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Milestone 3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&lt;/span&gt;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&lt;/div&gt;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&lt;!-- AGENTS --&gt;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&lt;div class="row mt-4"&gt;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&lt;div class="col-md-3"&gt;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&lt;div class="agent-card text-center"&gt;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&lt;div class="agent-circle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            bg-primary text-white"&gt;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    🔍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&lt;/div&gt;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&lt;h5 class="mt-3"&gt;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    Diagnosis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&lt;/h5&gt;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6"/>
          <p:cNvSpPr txBox="1"/>
          <p:nvPr>
            <p:ph idx="1" type="body"/>
          </p:nvPr>
        </p:nvSpPr>
        <p:spPr>
          <a:xfrm>
            <a:off x="457200" y="609600"/>
            <a:ext cx="8229600" cy="551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&lt;span class="badge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                     bg-success"&gt;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            Active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        &lt;/span&gt;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    &lt;/div&gt;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&lt;/div&gt;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&lt;div class="col-md-3"&gt;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    &lt;div class="agent-card text-center"&gt;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        &lt;div class="agent-circle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                    bg-success text-white"&gt;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            🔎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        &lt;/div&gt;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        &lt;h5 class="mt-3"&gt;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            Retrieval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        &lt;/h5&gt;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71" name="Google Shape;371;p5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&lt;span class="badge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             bg-success"&gt;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    Active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&lt;/span&gt;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&lt;/div&gt;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&lt;/div&gt;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&lt;div class="col-md-3"&gt;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&lt;div class="agent-card text-center"&gt;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&lt;div class="agent-circle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            bg-warning"&gt;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    🔧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&lt;/div&gt;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&lt;h5 class="mt-3"&gt;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    Resolution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&lt;/h5&gt;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&lt;span class="badge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             bg-success"&gt;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    Active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&lt;/span&gt;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&lt;/div&gt;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&lt;/div&gt;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77" name="Google Shape;377;p5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&lt;div class="col-md-3"&gt;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&lt;div class="agent-card text-center"&gt;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&lt;div class="agent-circle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            bg-danger text-white"&gt;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    ↑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&lt;/div&gt;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&lt;h5 class="mt-3"&gt;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    Escalation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&lt;/h5&gt;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&lt;span class="badge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             bg-secondary"&gt;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    Standby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&lt;/span&gt;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&lt;/div&gt;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&lt;/div&gt;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&lt;/div&gt;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9"/>
          <p:cNvSpPr txBox="1"/>
          <p:nvPr>
            <p:ph idx="1" type="body"/>
          </p:nvPr>
        </p:nvSpPr>
        <p:spPr>
          <a:xfrm>
            <a:off x="457200" y="533400"/>
            <a:ext cx="8229600" cy="559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&lt;!-- TICKET FORM --&gt;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&lt;div class="agent-card mt-4"&gt;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&lt;h4&gt;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Submit Support Ticket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&lt;/h4&gt;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&lt;textarea</a:t>
            </a:r>
            <a:endParaRPr sz="1400"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id="ticket"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class="form-control mt-3"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rows="4"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placeholder="Describe your issue..."&gt;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&lt;/textarea&gt;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&lt;input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id="email"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class="form-control mt-3"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placeholder="User email"&gt;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0"/>
          <p:cNvSpPr txBox="1"/>
          <p:nvPr>
            <p:ph idx="1" type="body"/>
          </p:nvPr>
        </p:nvSpPr>
        <p:spPr>
          <a:xfrm>
            <a:off x="457200" y="381000"/>
            <a:ext cx="82296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&lt;button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onclick="processTicket()"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class="btn btn-primary mt-3"&gt;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Process Ticket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&lt;/button&gt;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&lt;/div&gt;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&lt;!-- RESULT --&gt;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&lt;div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id="result"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class="agent-card mt-4"&gt;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&lt;h4&gt;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Current Workflow Activity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&lt;/h4&gt;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&lt;div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id="output"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class="result-box mt-3"&gt;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Waiting for ticket...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&lt;/div&gt;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&lt;/div&gt;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&lt;/div&gt;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&lt;/div&gt;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&lt;/div&gt;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1"/>
          <p:cNvSpPr txBox="1"/>
          <p:nvPr>
            <p:ph idx="1" type="body"/>
          </p:nvPr>
        </p:nvSpPr>
        <p:spPr>
          <a:xfrm>
            <a:off x="457200" y="381000"/>
            <a:ext cx="82296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&lt;script&gt;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async function processTicket() {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const ticket =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document.getElementById(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"ticket"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).value;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const email =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document.getElementById(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"email"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).value;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const output =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document.getElementById(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"output"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);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output.innerHTML =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"AI agents are processing the ticket...";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const response =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await fetch(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"/api/ticket"</a:t>
            </a:r>
            <a:r>
              <a:rPr lang="en-US"/>
              <a:t>,</a:t>
            </a:r>
            <a:endParaRPr/>
          </a:p>
          <a:p>
            <a:pPr indent="-26162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2"/>
          <p:cNvSpPr txBox="1"/>
          <p:nvPr>
            <p:ph idx="1" type="body"/>
          </p:nvPr>
        </p:nvSpPr>
        <p:spPr>
          <a:xfrm>
            <a:off x="457200" y="304800"/>
            <a:ext cx="8229600" cy="5821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{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method: "POST",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headers: {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"Content-Type":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    "application/json"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},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body: JSON.stringify({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ticket: ticket,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email: email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})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}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const data =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await response.json();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if (!data.success) {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output.innerHTML =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data.message;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let html = "";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html +=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"&lt;b&gt;Diagnosis:&lt;/b&gt; 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+ data.result.diagnosis.diagnosis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+ "&lt;br&gt;&lt;br&gt;";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3"/>
          <p:cNvSpPr txBox="1"/>
          <p:nvPr>
            <p:ph idx="1" type="body"/>
          </p:nvPr>
        </p:nvSpPr>
        <p:spPr>
          <a:xfrm>
            <a:off x="457200" y="381000"/>
            <a:ext cx="82296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html +=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"&lt;b&gt;Resolution Confidence:&lt;/b&gt; "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+ data.confidence</a:t>
            </a:r>
            <a:endParaRPr sz="1200"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+ "%&lt;br&gt;&lt;br&gt;";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html +=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"&lt;b&gt;Status:&lt;/b&gt; "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+ data.status</a:t>
            </a:r>
            <a:endParaRPr sz="1200"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+ "&lt;br&gt;&lt;br&gt;";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html +=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"&lt;b&gt;Resolution Steps:&lt;/b&gt;&lt;ol&gt;";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data.result.resolution.steps</a:t>
            </a:r>
            <a:endParaRPr sz="1200"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.forEach(function(step) {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html +=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"&lt;li&gt;"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+ step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+ "&lt;/li&gt;";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});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html += "&lt;/ol&gt;";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if (data.jira) {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html +=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"&lt;hr&gt;&lt;b&gt;Jira:&lt;/b&gt; "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+ data.jira.message;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}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if (data.email) {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html +=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"&lt;hr&gt;&lt;b&gt;Email:&lt;/b&gt; 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+ data.email.message;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output.innerHTML = html;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&lt;/script&gt;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&lt;/body&gt;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&lt;/html&gt;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5"/>
          <p:cNvSpPr txBox="1"/>
          <p:nvPr>
            <p:ph idx="1" type="body"/>
          </p:nvPr>
        </p:nvSpPr>
        <p:spPr>
          <a:xfrm>
            <a:off x="457200" y="990600"/>
            <a:ext cx="8229600" cy="513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14. Environment Configuration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Create: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.env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Example: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Jira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JIRA_URL=https://your-domain.atlassian.net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JIRA_EMAIL=your-email@example.com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JIRA_API_TOKEN=your-jira-api-token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JIRA_PROJECT_KEY=IT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Email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SMTP_SERVER=smtp.gmail.com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SMTP_PORT=587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SMTP_EMAIL=support@example.com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SMTP_PASSWORD=your-app-password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Do not put real passwords, API tokens, or SMTP credentials directly into Python source code.</a:t>
            </a:r>
            <a:endParaRPr/>
          </a:p>
          <a:p>
            <a:pPr indent="-23114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15. Running the Application</a:t>
            </a:r>
            <a:br>
              <a:rPr b="1" lang="en-US"/>
            </a:br>
            <a:r>
              <a:rPr lang="en-US"/>
              <a:t>Project:</a:t>
            </a:r>
            <a:endParaRPr/>
          </a:p>
        </p:txBody>
      </p:sp>
      <p:pic>
        <p:nvPicPr>
          <p:cNvPr id="418" name="Google Shape;418;p6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993" y="1812591"/>
            <a:ext cx="2429100" cy="433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24" name="Google Shape;424;p6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You should get: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* Running on http://127.0.0.1:5000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Open: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http://127.0.0.1:5000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8"/>
          <p:cNvSpPr txBox="1"/>
          <p:nvPr>
            <p:ph idx="1" type="body"/>
          </p:nvPr>
        </p:nvSpPr>
        <p:spPr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16. Example Real-Time Execution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Suppose the user submits: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My VPN is not connecting to the company network.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Step 1 – Diagnosis Agent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Input: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	</a:t>
            </a:r>
            <a:r>
              <a:rPr lang="en-US"/>
              <a:t>My VPN is not connecting...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Output: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Category = Network / VPN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Confidence = 80%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9"/>
          <p:cNvSpPr txBox="1"/>
          <p:nvPr>
            <p:ph idx="1" type="body"/>
          </p:nvPr>
        </p:nvSpPr>
        <p:spPr>
          <a:xfrm>
            <a:off x="457200" y="762000"/>
            <a:ext cx="8229600" cy="5364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Step 2 – Retrieval Agent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Search Knowledge Base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	VPN Connection Troubleshooting 		Similarity = 82%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Step 3 – Resolution Agent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Generated Resolution: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1. Check internet connectivity.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2. Restart VPN client.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3. Verify credentials.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4. Clear VPN cache.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5. Restart computer.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6. Check firewall.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40" name="Google Shape;440;p7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Step 4 – Validation Agent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Conceptually: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Diagnosis = 80%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Retrieval = 82%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Completeness = 100%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Final Confidence ≈ 84.8%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71"/>
          <p:cNvSpPr txBox="1"/>
          <p:nvPr>
            <p:ph idx="1" type="body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Step 5 – Decision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84.8% &gt;= 70%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│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▼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AUTO RESOLVE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Step 6 – Email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Email Notification Sent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If instead: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Confidence = 52%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then: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52% &lt; 70%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│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▼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Escalation Agent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│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▼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Jira Ticket Created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│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▼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Network / IT Team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17. Mapping to Your Screenshot</a:t>
            </a:r>
            <a:endParaRPr/>
          </a:p>
        </p:txBody>
      </p:sp>
      <p:pic>
        <p:nvPicPr>
          <p:cNvPr id="456" name="Google Shape;456;p7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600200"/>
            <a:ext cx="5867400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None/>
            </a:pPr>
            <a:r>
              <a:rPr b="1" lang="en-US" sz="3100"/>
              <a:t>18. Complete Multi-Agent Architecture</a:t>
            </a:r>
            <a:br>
              <a:rPr b="1" lang="en-US" sz="3100"/>
            </a:br>
            <a:r>
              <a:rPr lang="en-US" sz="3100"/>
              <a:t>The final implementation is:</a:t>
            </a:r>
            <a:endParaRPr/>
          </a:p>
        </p:txBody>
      </p:sp>
      <p:pic>
        <p:nvPicPr>
          <p:cNvPr descr="C:\Users\EXAM\Downloads\ChatGPT Image Sep 8, 2026, 11_28_30 AM.png" id="462" name="Google Shape;462;p7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6700" y="2214250"/>
            <a:ext cx="3962400" cy="45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5"/>
          <p:cNvSpPr txBox="1"/>
          <p:nvPr>
            <p:ph idx="1" type="body"/>
          </p:nvPr>
        </p:nvSpPr>
        <p:spPr>
          <a:xfrm>
            <a:off x="457200" y="609600"/>
            <a:ext cx="8229600" cy="551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1. Multi-Agent Architecture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Developed specialized Diagnosis, Retrieval, Resolution, Validation and Escalation agents.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Implemented an orchestrator to coordinate agent execution.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Enabled agents to exchange diagnosis, retrieved knowledge and resolution information.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2. AI Resolution Generator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Generates contextual troubleshooting recommendations.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Produces step-by-step resolution workflows.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Generates automated end-user support responses.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Uses the retrieved knowledge article as contextual information.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3. Resolution Validation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Calculates resolution confidence.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Uses diagnosis confidence, knowledge similarity and resolution completeness.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Automatically resolves high-confidence tickets.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Escalates low-confidence tickets.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6"/>
          <p:cNvSpPr txBox="1"/>
          <p:nvPr>
            <p:ph idx="1" type="body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4. Jira Integration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Creates Jira tickets for unresolved/low-confidence cases. 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Transfers AI diagnosis and troubleshooting information to Jira. 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Supports priority-based escalation. 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5. Email Automation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Automatically sends resolution instructions to users. 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Sends AI-generated support responses. 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Provides resolution confidence in the notification. 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6. Dashboard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Displays agent status. 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Displays workflow activity. 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Displays resolution confidence. 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Displays Jira and email integration status.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7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762000"/>
            <a:ext cx="8229600" cy="5260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7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Workflow Diagram</a:t>
            </a:r>
            <a:endParaRPr/>
          </a:p>
        </p:txBody>
      </p:sp>
      <p:pic>
        <p:nvPicPr>
          <p:cNvPr id="483" name="Google Shape;483;p7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212" y="1251850"/>
            <a:ext cx="8031600" cy="45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2026-09-08T05:00:08Z</dcterms:created>
  <dc:creator>EXAM</dc:creator>
</cp:coreProperties>
</file>