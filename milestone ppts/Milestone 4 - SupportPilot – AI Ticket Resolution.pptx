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jopKBdcvvvuBn8KfjQIhJ9Txw1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64AE9F-35CE-4D27-97FD-5D0F3AA8DCAB}">
  <a:tblStyle styleId="{BE64AE9F-35CE-4D27-97FD-5D0F3AA8DCA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customschemas.google.com/relationships/presentationmetadata" Target="metadata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4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4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4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Milestone 4 - </a:t>
            </a:r>
            <a:r>
              <a:rPr lang="en-IN" sz="4000"/>
              <a:t>SupportPilot – AI Ticket Resolution Agent</a:t>
            </a:r>
            <a:endParaRPr sz="4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/>
              <a:t>Milestone 4 (Weeks 7–8) – Dashboard &amp; Optimization</a:t>
            </a:r>
            <a:endParaRPr b="1"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2459865"/>
            <a:ext cx="10515600" cy="3717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IN" sz="3600"/>
              <a:t>Develop support analytics dashboard.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IN" sz="3600"/>
              <a:t>Implement escalation workflows and monitoring.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IN" sz="3600"/>
              <a:t>Perform testing, optimization, and deployment.</a:t>
            </a:r>
            <a:endParaRPr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1034" y="169950"/>
            <a:ext cx="9941100" cy="65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>
            <p:ph idx="1" type="body"/>
          </p:nvPr>
        </p:nvSpPr>
        <p:spPr>
          <a:xfrm>
            <a:off x="838200" y="824248"/>
            <a:ext cx="10515600" cy="53527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/>
              <a:t>Week 7 — Dashboard &amp; Escalation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Build a support analytics dashboard.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Track: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Total tickets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AI resolution rate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Average resolution time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Customer satisfaction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Classification accuracy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Resolution success rate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Knowledge-base coverage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System uptime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Average AI response time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Implement automatic escalation.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Monitor tickets that require human intervention.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 txBox="1"/>
          <p:nvPr>
            <p:ph idx="1" type="body"/>
          </p:nvPr>
        </p:nvSpPr>
        <p:spPr>
          <a:xfrm>
            <a:off x="838200" y="1068946"/>
            <a:ext cx="10515600" cy="5108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IN"/>
              <a:t>Week 8 — Testing, Optimization &amp; Deployment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Test the AI classifier.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Measure precision, recall and accuracy.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Optimize response generation.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Test escalation rules.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Add logging and monitoring.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IN"/>
              <a:t>Deploy the dashboard.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/>
              <a:t>Overall Architecture</a:t>
            </a:r>
            <a:endParaRPr/>
          </a:p>
        </p:txBody>
      </p:sp>
      <p:pic>
        <p:nvPicPr>
          <p:cNvPr id="111" name="Google Shape;111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2287" y="1825625"/>
            <a:ext cx="534415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1. Dashboard architecture</a:t>
            </a:r>
            <a:endParaRPr/>
          </a:p>
        </p:txBody>
      </p:sp>
      <p:pic>
        <p:nvPicPr>
          <p:cNvPr id="117" name="Google Shape;117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7296" y="1825625"/>
            <a:ext cx="4691092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" name="Google Shape;122;p8"/>
          <p:cNvGraphicFramePr/>
          <p:nvPr/>
        </p:nvGraphicFramePr>
        <p:xfrm>
          <a:off x="838200" y="20353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{BE64AE9F-35CE-4D27-97FD-5D0F3AA8DCAB}</a:tableStyleId>
              </a:tblPr>
              <a:tblGrid>
                <a:gridCol w="5257800"/>
                <a:gridCol w="5257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Metric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Meaning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Total Tickets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Total number of support tickets received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AI Resolution Rate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Percentage of tickets resolved automatically by AI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Average Resolution Time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Average time required to resolve a ticket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Customer Satisfaction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Average customer rating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Classification Accuracy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Percentage of correctly classified tickets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Resolution Success Rate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Percentage of tickets successfully resolved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Knowledge-Base Coverage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Percentage of tickets for which relevant KB information was found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System Uptime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Percentage of time SupportPilot is available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Average AI Response Time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Average time taken by AI to generate a response</a:t>
                      </a:r>
                      <a:endParaRPr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" name="Google Shape;123;p8"/>
          <p:cNvSpPr/>
          <p:nvPr/>
        </p:nvSpPr>
        <p:spPr>
          <a:xfrm>
            <a:off x="1918952" y="961833"/>
            <a:ext cx="5486400" cy="8002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Dashboard metrics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body"/>
          </p:nvPr>
        </p:nvSpPr>
        <p:spPr>
          <a:xfrm>
            <a:off x="838200" y="1800692"/>
            <a:ext cx="10250510" cy="4401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formulas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Resolution Rate</a:t>
            </a:r>
            <a:endParaRPr b="0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Resolution Rate = (AI Resolved Tickets / Total Tickets) × 100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 Success Rate</a:t>
            </a:r>
            <a:endParaRPr b="0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 Success Rate = (Successfully Resolved Tickets / Total Tickets) × 100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Knowledge-Base Coverage</a:t>
            </a:r>
            <a:endParaRPr b="0" i="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IN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KB Coverage = (Tickets with Relevant KB Article / Total Tickets) × 100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body"/>
          </p:nvPr>
        </p:nvSpPr>
        <p:spPr>
          <a:xfrm>
            <a:off x="838200" y="309093"/>
            <a:ext cx="10515600" cy="5867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IN"/>
              <a:t>3. Automatic escalation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SupportPilot should not attempt to resolve every ticket automatically.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/>
              <a:t>A ticket can be escalated when: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IF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priority = "Critical"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AI confidence &lt; 0.70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resolution_failed = True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customer_requested_human = True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repeated_attempts &gt;= 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THEN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Escalate to Human Agent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ELSE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Continue AI Resolution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body"/>
          </p:nvPr>
        </p:nvSpPr>
        <p:spPr>
          <a:xfrm>
            <a:off x="838200" y="103031"/>
            <a:ext cx="10515600" cy="607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Example: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39" name="Google Shape;13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3481" y="540913"/>
            <a:ext cx="4572000" cy="6027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 txBox="1"/>
          <p:nvPr>
            <p:ph idx="1" type="body"/>
          </p:nvPr>
        </p:nvSpPr>
        <p:spPr>
          <a:xfrm>
            <a:off x="399246" y="1600638"/>
            <a:ext cx="11397802" cy="4801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Python implementation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following implementation uses  </a:t>
            </a:r>
            <a:r>
              <a:rPr b="1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+ Pandas + Streamlit + Plotly</a:t>
            </a:r>
            <a:r>
              <a:rPr b="0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Install the required packages: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 install streamlit pandas plotly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file called: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app.py</a:t>
            </a:r>
            <a:endParaRPr b="1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"/>
          <p:cNvSpPr txBox="1"/>
          <p:nvPr>
            <p:ph idx="1" type="body"/>
          </p:nvPr>
        </p:nvSpPr>
        <p:spPr>
          <a:xfrm>
            <a:off x="838199" y="40733"/>
            <a:ext cx="6605789" cy="64786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0" i="0" lang="en-I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app.py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import streamlit as st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import pandas as pd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import plotly.express as px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# PAGE CONFIGURATION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st.set_page_config(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   page_title="SupportPilot Dashboard",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   page_icon="🎫",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   layout="wide"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 st.title("🎫 SupportPilot – AI Ticket Resolution Agent")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st.subheader("Week 7: Dashboard &amp; Automatic Escalation")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4"/>
          <p:cNvSpPr txBox="1"/>
          <p:nvPr>
            <p:ph idx="1" type="body"/>
          </p:nvPr>
        </p:nvSpPr>
        <p:spPr>
          <a:xfrm>
            <a:off x="838200" y="257577"/>
            <a:ext cx="10515600" cy="627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# SAMPLE SUPPORT TICKET DATA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data = {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    "ticket_id":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        "T001", "T002", "T003", "T004", "T005",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        "T006", "T007", "T008", "T009", "T010"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    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    "category":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        "VPN", "Authentication", "Firewall", "VPN",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        "Email", "VPN", "Authentication", "Firewall",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        "VPN", "Email"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    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    "priority":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        "High", "Medium", "Critical", "Low",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        "Medium", "High", "Low", "Critical",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        "Medium", "Low"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2900"/>
              <a:t>    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>
            <p:ph idx="1" type="body"/>
          </p:nvPr>
        </p:nvSpPr>
        <p:spPr>
          <a:xfrm>
            <a:off x="553792" y="566670"/>
            <a:ext cx="10800008" cy="56924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"ai_resolved":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    True, True, False, True, True,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    False, True, False, True, True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"resolution_success":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    True, True, False, True, True,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    False, True, False, True, True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"resolution_time":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    8, 5, 15, 6, 4,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    25, 7, 18, 6, 5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"customer_rating":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    5, 4, 2, 5, 4,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    2, 5, 3, 4, 5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12442" y="103031"/>
            <a:ext cx="10515600" cy="67549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 "classification_correct":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        True, True, True, True, True,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        False, True, True, True, True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    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    "kb_found":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        True, True, False, True, True,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        False, True, False, True, True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    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    "ai_response_time":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        1.2, 0.8, 2.1, 0.9, 0.7,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        2.5, 1.0, 2.2, 0.9, 0.8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    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    "ai_confidence":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        0.94, 0.89, 0.45, 0.92, 0.95,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        0.52, 0.91, 0.48, 0.88, 0.93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IN" sz="1600"/>
              <a:t>    ],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"customer_requested_human":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       False, False, True, False, False,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       True, False, False, False, False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   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}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df = pd.DataFrame(data)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838200" y="167425"/>
            <a:ext cx="10515600" cy="6009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# AUTOMATIC ESCALATION FUNCTION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def check_escalation(row):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if row["priority"] == "Critical":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return "Escalate"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if row["ai_confidence"] &lt; 0.70: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return "Escalate"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if not row["resolution_success"]: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return "Escalate"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if row["customer_requested_human"]: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return "Escalate"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return "AI Resolved"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df["status"] = df.apply(check_escalation, axis=1)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idx="1" type="body"/>
          </p:nvPr>
        </p:nvSpPr>
        <p:spPr>
          <a:xfrm>
            <a:off x="838200" y="309093"/>
            <a:ext cx="10515600" cy="5867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# CALCULATE DASHBOARD METRICS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total_tickets = len(df)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ai_resolved = df["ai_resolved"].sum()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ai_resolution_rate = 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ai_resolved / total_tickets</a:t>
            </a:r>
            <a:endParaRPr sz="4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) * 100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average_resolution_time = 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df["resolution_time"].mean()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customer_satisfaction = 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df["customer_rating"].mean()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classification_accuracy = 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df["classification_correct"].mean()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) * 100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idx="1" type="body"/>
          </p:nvPr>
        </p:nvSpPr>
        <p:spPr>
          <a:xfrm>
            <a:off x="838200" y="592428"/>
            <a:ext cx="10515600" cy="5584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resolution_success_rate = 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df["resolution_success"].mean()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) * 100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kb_coverage = 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df["kb_found"].mean()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) * 100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average_ai_response_time = 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df["ai_response_time"].mean()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# Example system uptime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system_uptime = 99.7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idx="1" type="body"/>
          </p:nvPr>
        </p:nvSpPr>
        <p:spPr>
          <a:xfrm>
            <a:off x="838200" y="399244"/>
            <a:ext cx="10515600" cy="6272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# KPI DASHBOARD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st.markdown("## 📊 Support Analytics")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col1, col2, col3, col4 = st.columns(4)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col1.metric(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    "Total Tickets",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    total_tickets</a:t>
            </a:r>
            <a:endParaRPr sz="40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col2.metric(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    "AI Resolution Rate",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    f"{ai_resolution_rate:.1f}%"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col3.metric(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    "Avg Resolution Time",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    f"{average_resolution_time:.1f} min"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0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idx="1" type="body"/>
          </p:nvPr>
        </p:nvSpPr>
        <p:spPr>
          <a:xfrm>
            <a:off x="838200" y="270456"/>
            <a:ext cx="10515600" cy="63879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col4.metric(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"Customer Satisfaction",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f"{customer_satisfaction:.1f}/5"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col5, col6, col7, col8 = st.columns(4)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col5.metric(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"Classification Accuracy",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f"{classification_accuracy:.1f}%"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col6.metric(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"Resolution Success",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f"{resolution_success_rate:.1f}%"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 col7.metric(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"KB Coverage",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f"{kb_coverage:.1f}%"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col8.metric(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"System Uptime",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f"{system_uptime}%"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st.metric(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   "Average AI Response Time",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   f"{average_ai_response_time:.2f} sec"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idx="1" type="body"/>
          </p:nvPr>
        </p:nvSpPr>
        <p:spPr>
          <a:xfrm>
            <a:off x="838200" y="231819"/>
            <a:ext cx="10515600" cy="6478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# CHART 1 – TICKET CATEGORY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 st.markdown("## 📈 Ticket Analysis")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category_count = 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df["category"]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.value_counts()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.reset_index()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category_count.columns =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"Category",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"Tickets"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 fig_category = px.bar(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category_count,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x="Category",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y="Tickets",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title="Tickets by Category"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 st.plotly_chart(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fig_category,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    use_container_width=True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8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 txBox="1"/>
          <p:nvPr>
            <p:ph idx="1" type="body"/>
          </p:nvPr>
        </p:nvSpPr>
        <p:spPr>
          <a:xfrm>
            <a:off x="838200" y="386366"/>
            <a:ext cx="10515600" cy="63492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# CHART 2 – RESOLUTION STATUS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 status_count = 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    df["status"]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    .value_counts()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    .reset_index()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status_count.columns =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    "Status",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    "Tickets"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fig_status = px.pie(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    status_count,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    names="Status",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    values="Tickets",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    title="AI Resolution vs Escalation"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st.plotly_chart(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    fig_status,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    use_container_width=True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 sz="4400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838200" y="154546"/>
            <a:ext cx="10515600" cy="64523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# CHART 3 – PRIORITY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priority_count = 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df["priority"]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.value_counts()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.reset_index()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priority_count.columns =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"Priority",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"Tickets"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fig_priority = px.bar(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priority_count,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x="Priority",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y="Tickets",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title="Tickets by Priority"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838200" y="154546"/>
            <a:ext cx="10515600" cy="67034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st.plotly_chart(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fig_priority,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use_container_width=True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# ESCALATION SECTION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st.markdown("## 🚨 Automatic Escalation")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escalated_tickets = df[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df["status"] == "Escalate"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st.write(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f"Tickets requiring human intervention: 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f"**{len(escalated_tickets)}**"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idx="1" type="body"/>
          </p:nvPr>
        </p:nvSpPr>
        <p:spPr>
          <a:xfrm>
            <a:off x="838200" y="875763"/>
            <a:ext cx="10515600" cy="5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st.dataframe(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escalated_tickets[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[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    "ticket_id",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    "category",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    "priority",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    "ai_confidence",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    "resolution_success",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    "customer_requested_human",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    "status"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]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],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use_container_width=True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idx="1" type="body"/>
          </p:nvPr>
        </p:nvSpPr>
        <p:spPr>
          <a:xfrm>
            <a:off x="838200" y="1068946"/>
            <a:ext cx="10515600" cy="5108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# HUMAN INTERVENTION MONITOR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st.markdown("## 👨‍💻 Human Intervention Monitor")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for _, ticket in escalated_tickets.iterrows():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st.warning(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f"Ticket {ticket['ticket_id']} requires 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f"human support | 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f"Priority: {ticket['priority']} | 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    f"AI Confidence: {ticket['ai_confidence']:.2f}"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IN"/>
              <a:t>    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# FOOTER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# --------------------------------------------------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st.markdown("---")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 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st.success(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   "SupportPilot monitoring is active."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idx="1" type="body"/>
          </p:nvPr>
        </p:nvSpPr>
        <p:spPr>
          <a:xfrm>
            <a:off x="838200" y="2293134"/>
            <a:ext cx="10385985" cy="3416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i="0" lang="en-IN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Run the application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en-IN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 Command Prompt/Terminal in the project folder: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en-IN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 run app.py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0" i="0" lang="en-IN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dashboard will open in your browser.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>
            <p:ph idx="1" type="body"/>
          </p:nvPr>
        </p:nvSpPr>
        <p:spPr>
          <a:xfrm>
            <a:off x="838200" y="115910"/>
            <a:ext cx="105156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+------------------------------------------------------+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|       SupportPilot – AI Ticket Resolution Agent      |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+------------------------------------------------------+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Total       AI Resolution     Avg Time      Customer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Tickets         Rate          Resolution    Satisfaction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10            70%            9.9 min          3.9/5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Classification    Resolution     KB Coverage    Uptime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Accuracy          Success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 90%              70%            70%          99.7%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             Ticket Analysis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          ┌───────────────────┐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          │ VPN       █████    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          │ Firewall  ███      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          │ Email     ██       │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          └───────────────────┘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IN" sz="1200"/>
              <a:t>              </a:t>
            </a:r>
            <a:endParaRPr sz="12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838200" y="1146220"/>
            <a:ext cx="10515600" cy="50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🚨 Automatic Escalation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Ticket T003 → Human Agent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Ticket T006 → Human Agent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 Ticket T008 → Human Agent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/>
          <p:nvPr>
            <p:ph type="title"/>
          </p:nvPr>
        </p:nvSpPr>
        <p:spPr>
          <a:xfrm>
            <a:off x="838200" y="206062"/>
            <a:ext cx="10515600" cy="1017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How Week 7 works in SupportPilot</a:t>
            </a:r>
            <a:endParaRPr/>
          </a:p>
        </p:txBody>
      </p:sp>
      <p:sp>
        <p:nvSpPr>
          <p:cNvPr id="255" name="Google Shape;255;p34"/>
          <p:cNvSpPr txBox="1"/>
          <p:nvPr>
            <p:ph idx="1" type="body"/>
          </p:nvPr>
        </p:nvSpPr>
        <p:spPr>
          <a:xfrm>
            <a:off x="838200" y="1554471"/>
            <a:ext cx="8009586" cy="4893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VPN ticket arrives: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Ticket: "VPN connection is failing after authentication."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SupportPilot performs: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Category → VPN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Priority → High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KB Retrieval → VPN troubleshooting article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Confidence → 0.92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 → Check VPN configuration </a:t>
            </a:r>
            <a:endParaRPr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→ Successfully resolved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Because confidence is high and the resolution succeeds: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→ Resolve automatically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5"/>
          <p:cNvSpPr txBox="1"/>
          <p:nvPr>
            <p:ph idx="1" type="body"/>
          </p:nvPr>
        </p:nvSpPr>
        <p:spPr>
          <a:xfrm>
            <a:off x="991672" y="707059"/>
            <a:ext cx="6787167" cy="55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another ticket: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Confidence = 0.52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Resolution = Failed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escalation module performs: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0.52 &lt; 0.70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Escalate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↓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0" i="0" lang="en-IN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Support Agent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3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7273" y="360608"/>
            <a:ext cx="7977453" cy="5816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71" name="Google Shape;271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2026-09-23T08:27:38Z</dcterms:created>
  <dc:creator>LAB 8</dc:creator>
</cp:coreProperties>
</file>