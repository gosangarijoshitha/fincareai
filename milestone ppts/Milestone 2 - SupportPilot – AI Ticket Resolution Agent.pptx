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5" roundtripDataSignature="AMtx7mjGZPrj4iXKqEU3JSRSHTu/q2AU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SupportPilot – AI Ticket Resolution Agent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Milestone 2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(Weeks 3–4) – Knowledge Retrieval &amp; Resolution Generation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-Integrate enterprise knowledge base search.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-Implement Retrieval-Augmented Generation workflows.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-Generate automated troubleshooting responses.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605" l="12287" r="12287" t="20203"/>
          <a:stretch/>
        </p:blipFill>
        <p:spPr>
          <a:xfrm>
            <a:off x="381000" y="533400"/>
            <a:ext cx="8229600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goal is to take a support ticket such as: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	VPN Connection Failing on Corporate Network</a:t>
            </a:r>
            <a:br>
              <a:rPr lang="en-US"/>
            </a:br>
            <a:r>
              <a:rPr lang="en-US"/>
              <a:t>"Unable to connect to VPN since this morning..."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automatically: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Analyze the ticket.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Search the enterprise knowledge base.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Retrieve the most relevant troubleshooting documents.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Add the retrieved information as context.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Ask an LLM to generate a troubleshooting resolution.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Return the response to the support agent.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is a </a:t>
            </a:r>
            <a:r>
              <a:rPr b="1" lang="en-US"/>
              <a:t>RAG (Retrieval-Augmented Generation)</a:t>
            </a:r>
            <a:r>
              <a:rPr lang="en-US"/>
              <a:t> pipeline.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Overall Architecture</a:t>
            </a:r>
            <a:endParaRPr/>
          </a:p>
        </p:txBody>
      </p:sp>
      <p:pic>
        <p:nvPicPr>
          <p:cNvPr descr="C:\Users\EXAM\Downloads\ChatGPT Image Sep 1, 2026, 10_31_44 AM.png" id="106" name="Google Shape;10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00200"/>
            <a:ext cx="6705599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2. Recommended Python project structure</a:t>
            </a:r>
            <a:endParaRPr/>
          </a:p>
        </p:txBody>
      </p:sp>
      <p:pic>
        <p:nvPicPr>
          <p:cNvPr descr="C:\Users\EXAM\Downloads\ChatGPT Image Sep 1, 2026, 10_32_38 AM.png" id="112" name="Google Shape;11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527" y="1600200"/>
            <a:ext cx="6788945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3. Install dependencies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a simple local implementation: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pip install scikit-learn numpy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633375" y="8096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Enterprise Knowledge Base</a:t>
            </a:r>
            <a:endParaRPr/>
          </a:p>
          <a:p>
            <a:pPr indent="-32766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knowledge base contains documents written by the IT/support team.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knowledge_base = [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"KB001",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"VPN Troubleshooting Guide",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"Network Connectivity",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Step-by-step instructions for resolving VPN connection issues.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1. Verify that the user has an active internet connection.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2. Check VPN client configuration.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3. Verify the VPN server address.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4. Verify authentication settings.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5. Restart the VPN service.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6. Clear cached credentials if authentication fails.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"KB002",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"Network Firewall Configuration",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"IT Policies",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Corporate firewalls must allow VPN traffic.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Verify that VPN traffic is permitted on the required ports,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including ports 500 and 4500 for IPsec-based VPN connections.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"KB003",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"VPN Authentication Problems",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"Authentication",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VPN authentication fails, verify the username, password,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MFA configuration, cached credentials, and authentication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method configured in the VPN client.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228600" y="762000"/>
            <a:ext cx="8610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 production, this knowledge base would normally come from sources such as: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Confluence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SharePoint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ServiceNow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Internal documentation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PDF files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Word documents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Database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IT policies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Troubleshooting manuals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5. Ticket analysis</a:t>
            </a:r>
            <a:endParaRPr/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first step is to understand the ticket.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{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"id": "T-2023-4521",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"title": "VPN Connection Failing on Corporate Network",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"description": """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Unable to connect to VPN since this morning.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Error message: Connection timed out.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Please check your network settings and try again.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""",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"category": "Network Connectivity",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"priority": "High"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body"/>
          </p:nvPr>
        </p:nvSpPr>
        <p:spPr>
          <a:xfrm>
            <a:off x="457200" y="457200"/>
            <a:ext cx="8229600" cy="56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create a simple analyzer: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analyze_ticket(ticket):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text = 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ticket["title"] + " " +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ticket["description"]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).lower()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keywords = []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possible_keywords = 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"vpn",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"network",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"firewall",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"authentication",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"timeout",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"connection",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"dns",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"password"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for keyword in possible_keywords: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keyword in text: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keywords.append(keyword)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{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"ticket_id": ticket["id"],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ticket.get("category"),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"priority": ticket.get("priority"),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"keywords": keywords,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"query": text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analysis = analyze_ticket(ticket)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print(analysis)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'ticket_id': 'T-2023-4521',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'category': 'Network Connectivity',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'priority': 'High',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'keywords': [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'vpn',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'network',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'connection',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'timeout'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6. Knowledge-base retrieval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is the </a:t>
            </a:r>
            <a:r>
              <a:rPr b="1" lang="en-US"/>
              <a:t>R</a:t>
            </a:r>
            <a:r>
              <a:rPr lang="en-US"/>
              <a:t> in RAG.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We need to find the documents most relevant to the ticket.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 simple approach is </a:t>
            </a:r>
            <a:r>
              <a:rPr b="1" lang="en-US"/>
              <a:t>TF-IDF + cosine similarity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Why TF-IDF?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our ticket contains: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VPN connection timeout corporate network and our documents contain: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VPN Troubleshooting Guide Network Firewall Configuration Password Reset Guide TF-IDF determines which documents contain terms that are most relevant to the query.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Retriever implementation</a:t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sklearn.metrics.pairwise import cosine_similarity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KnowledgeRetriever: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__init__(self, documents):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self.documents = documents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self.texts = [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doc["title"] + " " + doc["content"]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for doc in documents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self.vectorizer = TfidfVectorizer(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stop_words="english"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self.document_vectors = self.vectorizer.fit_transform(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self.texts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457200" y="6858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def search(self, query, top_k=3):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query_vector = self.vectorizer.transform([query])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scores = cosine_similarity(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query_vector,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self.document_vectors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)[0]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ranked_indices = scores.argsort()[::-1]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results = []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index in ranked_indices[:top_k]: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results.append({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"id": self.documents[index]["id"],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"title": self.documents[index]["title"],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"category": self.documents[index]["category"],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"content": self.documents[index]["content"],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"score": float(scores[index])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results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7. Testing the retriever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retriever = KnowledgeRetriever(knowledge_base)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results = retriever.search(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"VPN connection timeout on corporate network",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top_k=2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result in results: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result["title"],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result["score"]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You might get: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VPN Troubleshooting Guide 0.72 Network Firewall Configuration 0.48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corresponds to the </a:t>
            </a:r>
            <a:r>
              <a:rPr b="1" lang="en-US"/>
              <a:t>Knowledge Base Retrieval</a:t>
            </a:r>
            <a:r>
              <a:rPr lang="en-US"/>
              <a:t> stage shown in your image.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8. Context augmentation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Now we take the retrieved documents and construct a context for the LLM.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build_context(results):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context = 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result in results: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context += f"""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 Base Article: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ID: {result['id']}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 {result['title']}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Relevance: {result['score']:.2f}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{result['content']}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context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context = build_context(results) print(context)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457200" y="228600"/>
            <a:ext cx="8229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The resulting context might look like: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 Base Article: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ID: KB001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 VPN Troubleshooting Guide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Relevance: 0.72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Step-by-step instructions for resolving VPN connection issues.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Verify internet connection.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Check VPN client configuration.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Verify VPN server address.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Verify authentication settings.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Restart VPN service.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 Base Article: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ID: KB002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 Network Firewall Configuration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Relevance: 0.48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Corporate firewalls must allow VPN traffic.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Verify that VPN traffic is permitted on ports 500 and 4500.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------------------------------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9. Resolution generation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457200" y="9906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Now we need an LLM to generate the actual answer.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Conceptually, we send: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SYSTEM: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You are an enterprise IT support assistant.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Use only the supplied knowledge-base information.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Do not invent troubleshooting steps.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 Connection Failing on Corporate Network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Unable to connect to VPN since this morning.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Connection timed out.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[retrieved KB documents]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TASK: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Generate a concise troubleshooting resolution.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457200" y="2286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Before connecting an actual LLM, you can implement a mock generator.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generate_resolution(ticket, retrieved_docs):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not retrieved_docs: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"No relevant knowledge-base information was found."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resolution = []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resolution.append(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"Recommended troubleshooting steps:"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step_number = 1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doc in retrieved_docs: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lines = doc["content"].split("\n")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line in lines: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line = line.strip()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if line and 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line.startswith("1.") or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line.startswith("2.") or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line.startswith("3.") or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line.startswith("4.") or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line.startswith("5.") or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line.startswith("6.")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cleaned = line.split(".", 1)[1].strip()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resolution.append(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f"{step_number}. {cleaned}"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step_number += 1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resolution.append(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"If the issue persists, test the VPN from another 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"network to determine whether the problem is specific 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"to the corporate network."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"\n".join(resolution)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10. Complete RAG pipeline</a:t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Now we combine everything.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run_rag_pipeline(ticket, retriever):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Step 1: Analyze ticket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analysis = analyze_ticket(ticket)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print("Step 1: Ticket Analysis")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print(analysis)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Step 2: Retrieve knowledge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results = retriever.search(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analysis["query"],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top_k=3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print("\nStep 2: Knowledge Base Retrieval")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result in results: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print(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f"{result['title']} 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f"(score={result['score']:.2f})"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457200" y="5334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Step 3: Context augmentation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context = build_context(results)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print("\nStep 3: Context Augmentation")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print(context)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Step 4: Generate resolution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resolution = generate_resolution(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results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print("\nStep 4: Resolution Generation")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print(resolution)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"ticket": ticket,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"analysis": analysis,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"retrieved_documents": results,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"context": context,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"resolution": resolution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Run it: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result = run_rag_pipeline(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ticket,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retriever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) 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11. Complete working example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457200" y="11430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sklearn.metrics.pairwise import cosine_similarity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1. KNOWLEDGE BASE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knowledge_base = [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"KB001",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"VPN Troubleshooting Guide",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"Network Connectivity",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Step-by-step instructions for resolving VPN connection issues.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1. Verify that the user has an active internet connection.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2. Check VPN client configuration.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3. Verify the VPN server address.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4. Verify authentication settings.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5. Restart the VPN service.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6. Clear cached credentials if authentication fails.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457200" y="4572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"KB002",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"Network Firewall Configuration",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"IT Policies",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Corporate firewalls must allow VPN traffic.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Verify that VPN traffic is permitted on ports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500 and 4500 for IPsec-based VPN connections.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"id": "KB003",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"title": "VPN Authentication Problems",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"Authentication",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"content":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VPN authentication fails, verify username,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password, MFA configuration, cached credentials,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and the authentication method configured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in the VPN client.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2. TICKET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{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"id": "T-2023-4521",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"title": "VPN Connection Failing on Corporate Network",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"description": """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Unable to connect to VPN since this morning.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Error message: Connection timed out.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Please check your network settings and try again.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""",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"category": "Network Connectivity",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"priority": "High"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457200" y="5334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# 3. TICKET ANALYSIS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def analyze_ticket(ticket):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text = (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ticket["title"] + " " +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ticket["description"]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).lower()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keywords = []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for keyword in [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"vpn",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"network",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"firewall",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"authentication",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"timeout",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"connection"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]: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if keyword in text: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    keywords.append(keyword)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 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return {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"ticket_id": ticket["id"],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"category": ticket["category"],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"priority": ticket["priority"],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"keywords": keywords,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    "query": text</a:t>
            </a:r>
            <a:endParaRPr/>
          </a:p>
          <a:p>
            <a:pPr indent="-342900" lvl="0" marL="342900" rtl="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457200" y="3048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# 4. RETRIEVER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class KnowledgeRetriever: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def __init__(self, documents):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self.documents = documents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texts = [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doc["title"] + " " + doc["content"]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for doc in documents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self.vectorizer = TfidfVectorizer(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stop_words="english"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self.vectors = self.vectorizer.fit_transform(texts)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def search(self, query, top_k=3):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query_vector = self.vectorizer.transform(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[query]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scores = cosine_similarity(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query_vector,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self.vectors</a:t>
            </a:r>
            <a:endParaRPr sz="36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)[0]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ranked = scores.argsort()[::-1]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results = []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for i in ranked[:top_k]: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results.append({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    **self.documents[i],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    "score": float(scores[i])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    })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 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600"/>
              <a:t>        return results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5. CONTEXT AUGMENTATION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build_context(results):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context = 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doc in results: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context += f"""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SOURCE: {doc['id']}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 {doc['title']}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RELEVANCE: {doc['score']:.2f}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{doc['content']}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=============================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context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457200" y="304800"/>
            <a:ext cx="82296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 6. RESOLUTION GENERATOR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def generate_resolution(ticket, documents):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 = [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"Recommended Resolution:"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]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"1. Verify that the corporate network has 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"an active internet connection."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"2. Verify the VPN client configuration 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"and VPN server address."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"3. Verify that the corporate firewall 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"allows VPN traffic on ports 500 and 4500."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"4. Verify VPN authentication settings."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"5. Restart the VPN service and retry the connection."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resolution.append(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"6. If the problem persists, test from another 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"network to isolate whether the corporate network 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    "is causing the failure."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)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    return "\n".join(resolution)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7. RAG PIPELINE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run_pipeline(ticket):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print("=" * 60)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print("AI RESOLUTION GENERATOR")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print("=" * 60)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Ticket analysis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analysis = analyze_ticket(ticket)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print("\n[1] Ticket Analysis")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print(analysis)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Retrieval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retriever = KnowledgeRetriever(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knowledge_base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results = retriever.search(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analysis["query"],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top_k=3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print("\n[2] Knowledge Base Retrieval")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doc in results: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print(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f"- {doc['title']} 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f"(relevance={doc['score']:.2f})"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Context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context = build_context(results)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print("\n[3] Context Augmentation")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print(context)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533400" y="762000"/>
            <a:ext cx="8229600" cy="56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Generation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resolution = generate_resolution(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results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print("\n[4] Resolution Generation")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print(resolution)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"analysis": analysis,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"documents": results,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"resolution": resolution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8. RUN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__name__ == "__main__":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output = run_pipeline(ticket)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12. Connecting a real LLM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mock generate_resolution() should eventually be replaced with an LLM.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important point is that </a:t>
            </a:r>
            <a:r>
              <a:rPr b="1" lang="en-US"/>
              <a:t>the LLM should not simply answer the ticket from its own knowledge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Instead: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Retriever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Relevant KB articles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Context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LLM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Resolution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457200" y="304800"/>
            <a:ext cx="82296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4800"/>
              <a:t>For example, your prompt can be: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def create_prompt(ticket, context):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return f"""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You are an enterprise IT support assistant.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Your task is to troubleshoot the following support ticket.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TICKET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------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Title: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{ticket['title']}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Description: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{ticket['description']}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Priority: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{ticket['priority']}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KNOWLEDGE BASE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--------------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{context}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INSTRUCTIONS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------------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1. Use the knowledge base as the primary source.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2. Do not invent company-specific policies.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3. Provide numbered troubleshooting steps.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4. Explain the likely cause when possible.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5. If the knowledge base does not contain enough information,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clearly state that additional investigation is required.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6. Keep the response concise and suitable for a support agent.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Generate the recommended resolution.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"""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is a much better architecture than: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prompt = ticket_description llm.generate(prompt)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because the model receives </a:t>
            </a:r>
            <a:r>
              <a:rPr b="1" lang="en-US"/>
              <a:t>enterprise-specific information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13. Improving retrieval with embeddings</a:t>
            </a:r>
            <a:endParaRPr/>
          </a:p>
        </p:txBody>
      </p:sp>
      <p:sp>
        <p:nvSpPr>
          <p:cNvPr id="307" name="Google Shape;307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 </a:t>
            </a:r>
            <a:r>
              <a:rPr lang="en-US"/>
              <a:t>TF-IDF is excellent for your initial milestone because it is easy to understand and deploy.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However, production RAG normally uses </a:t>
            </a:r>
            <a:r>
              <a:rPr b="1" lang="en-US"/>
              <a:t>semantic embeddings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"VPN won't connect and keeps timing out"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Knowledge article: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"Troubleshooting IPsec connectivity failures"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 embedding model converts text into vectors: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Embedding Model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[0.21, 0.73, 0.11, ...]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KB Article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Embedding Model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[0.19, 0.71, 0.15, ...]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Then calculate: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cosine_similarity(ticket_vector, document_vector)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provides semantic retrieval.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 production architecture would therefore be:</a:t>
            </a:r>
            <a:endParaRPr/>
          </a:p>
        </p:txBody>
      </p:sp>
      <p:pic>
        <p:nvPicPr>
          <p:cNvPr descr="C:\Users\EXAM\Downloads\ChatGPT Image Sep 1, 2026, 10_58_28 AM.png" id="323" name="Google Shape;323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6324599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14. Important production feature: citations</a:t>
            </a:r>
            <a:endParaRPr/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Your generated resolution should ideally tell the agent </a:t>
            </a:r>
            <a:r>
              <a:rPr b="1" lang="en-US"/>
              <a:t>where the answer came from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Instead of: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Check the firewall.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Restart the VPN service.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return: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Recommended Resolution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Verify that VPN traffic is allowed through the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corporate firewall.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Source: KB002 – Network Firewall Configuration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Verify VPN client configuration and server address.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Source: KB001 – VPN Troubleshooting Guide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Restart the VPN service.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Source: KB001 – VPN Troubleshooting Guide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15. Confidence/relevance threshold</a:t>
            </a:r>
            <a:endParaRPr/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Don't blindly pass every document to the LLM.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MIN_RELEVANCE = 0.30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results = [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for result in results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result["score"] &gt;= MIN_RELEVANCE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not results: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{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"INSUFFICIENT_KNOWLEDGE",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"message": (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"No sufficiently relevant knowledge-base 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"articles were found."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16. RAG workflow status</a:t>
            </a:r>
            <a:endParaRPr/>
          </a:p>
        </p:txBody>
      </p:sp>
      <p:sp>
        <p:nvSpPr>
          <p:cNvPr id="351" name="Google Shape;351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Your UI shows: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RAG Workflow Status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1. Ticket Analysis &amp; Query Generation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2. Knowledge Base Retrieval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3. Context Augmentation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4. Response Generation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7" name="Google Shape;357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can represent that in Python: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workflow =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"ticket_analysis": "completed",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"knowledge_retrieval": "completed",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"context_augmentation": "completed",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"response_generation": "completed"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Or dynamically: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def update_status(stage, status):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print(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f"[{stage}] {status}"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457200" y="6096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update_status(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"Ticket Analysis",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"completed"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update_status(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"Knowledge Retrieval",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"completed"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update_status(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"Context Augmentation",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"completed"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update_status(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"Response Generation",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"completed"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17. Metrics shown in the UI</a:t>
            </a:r>
            <a:endParaRPr/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Your screenshot also shows: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Retrieval Accuracy 92%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Resolution Rate 78% Avg.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Response Time 3.2s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These should be treated as </a:t>
            </a:r>
            <a:r>
              <a:rPr b="1" lang="en-US"/>
              <a:t>system metrics</a:t>
            </a:r>
            <a:r>
              <a:rPr lang="en-US"/>
              <a:t>, not hard-coded values.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metrics =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"retrieval_accuracy": 0.92,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"resolution_rate": 0.78,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"average_response_time": 3.2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Retrieval accuracy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 tickets tested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92 retrieved the correct KB article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Accuracy = 92 / 100 = 92%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Resolution rate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 AI-generated resolutions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78 resolved the issue without escalation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Resolution Rate = 78%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4" name="Google Shape;394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Average response 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average_time = sum(response_times) / len(response_times)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2026-09-01T04:54:50Z</dcterms:created>
  <dc:creator>EXAM</dc:creator>
</cp:coreProperties>
</file>